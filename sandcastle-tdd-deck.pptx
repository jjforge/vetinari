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95360" y="0"/>
            <a:ext cx="3611880" cy="6858000"/>
          </a:xfrm>
          <a:prstGeom prst="rect">
            <a:avLst/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89720" y="4114800"/>
            <a:ext cx="566928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21240" y="3291840"/>
            <a:ext cx="566928" cy="210312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2760" y="3794760"/>
            <a:ext cx="566928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84280" y="2743200"/>
            <a:ext cx="566928" cy="265176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52560" y="5358384"/>
            <a:ext cx="2926080" cy="73152"/>
          </a:xfrm>
          <a:prstGeom prst="rect">
            <a:avLst/>
          </a:prstGeom>
          <a:solidFill>
            <a:srgbClr val="644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BUILT IN A WEEKEND  ·  ~950 LINES OF 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6596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i="0">
                <a:solidFill>
                  <a:srgbClr val="F8FAFC"/>
                </a:solidFill>
                <a:latin typeface="Arial"/>
              </a:rPr>
              <a:t>sandcastle-tdd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7589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E2E8F0"/>
                </a:solidFill>
                <a:latin typeface="Arial"/>
              </a:rPr>
              <a:t>Sharpen your tools: fast prototyping, and a pattern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E2E8F0"/>
                </a:solidFill>
                <a:latin typeface="Arial"/>
              </a:rPr>
              <a:t>for building systems that actually leverage AI.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4343400"/>
            <a:ext cx="12801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Arial"/>
              </a:rPr>
              <a:t>Parallel coding agents that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can't mark their own work done</a:t>
            </a:r>
            <a:r>
              <a:rPr sz="1500" b="0" i="0">
                <a:solidFill>
                  <a:srgbClr val="94A3B8"/>
                </a:solidFill>
                <a:latin typeface="Arial"/>
              </a:rPr>
              <a:t> and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ask instead of guessing</a:t>
            </a:r>
            <a:r>
              <a:rPr sz="1500" b="0" i="0">
                <a:solidFill>
                  <a:srgbClr val="94A3B8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Zach Thieme  ·  team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WHY I'M SHOWING YOU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Two takeaways, one small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94960" cy="4023360"/>
          </a:xfrm>
          <a:prstGeom prst="roundRect">
            <a:avLst>
              <a:gd name="adj" fmla="val 4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39496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FAFC"/>
                </a:solidFill>
                <a:latin typeface="Arial"/>
              </a:rPr>
              <a:t>Sharpen your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977639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Arial"/>
              </a:rPr>
              <a:t>You can build the tool you wish existed in a weekend now. This repo is ~950 lines, 11 commits, 2 days — a real tool I use, not a demo.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492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59E0B"/>
                </a:solidFill>
                <a:latin typeface="Arial"/>
              </a:rPr>
              <a:t>The bottleneck moved from "can I build it" to "do I know what I want."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394960" cy="4023360"/>
          </a:xfrm>
          <a:prstGeom prst="roundRect">
            <a:avLst>
              <a:gd name="adj" fmla="val 4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94960" cy="12801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FAFC"/>
                </a:solidFill>
                <a:latin typeface="Arial"/>
              </a:rPr>
              <a:t>Leverage AI as a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39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Arial"/>
              </a:rPr>
              <a:t>Turning a model into something dependable is an engineering problem: who owns "done", what happens on ambiguity, how work stays isolated and resumable.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3492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8BDF8"/>
                </a:solidFill>
                <a:latin typeface="Arial"/>
              </a:rPr>
              <a:t>The design patterns transfer to anything you build on top of an LLM.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ONE-LINER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Run your backlog as parallel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Each task gets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container</a:t>
            </a:r>
            <a:r>
              <a:rPr sz="1700" b="0" i="0">
                <a:solidFill>
                  <a:srgbClr val="E2E8F0"/>
                </a:solidFill>
                <a:latin typeface="Arial"/>
              </a:rPr>
              <a:t>,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branch</a:t>
            </a:r>
            <a:r>
              <a:rPr sz="1700" b="0" i="0">
                <a:solidFill>
                  <a:srgbClr val="E2E8F0"/>
                </a:solidFill>
                <a:latin typeface="Arial"/>
              </a:rPr>
              <a:t>, and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TDD loop</a:t>
            </a:r>
            <a:r>
              <a:rPr sz="1700" b="0" i="0">
                <a:solidFill>
                  <a:srgbClr val="E2E8F0"/>
                </a:solidFill>
                <a:latin typeface="Arial"/>
              </a:rPr>
              <a:t> the orchestrator drives.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94A3B8"/>
                </a:solidFill>
                <a:latin typeface="Arial"/>
              </a:rPr>
              <a:t>You get a Telegram message when one needs a decision, and commits on a branch when one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291840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17296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Cannot self-certify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"Green" means your test command exited 0 — checked by the orchestrator, never the agent's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7180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3291840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17296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Asks instead of guessing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An ambiguous task parks with a question to you rather than inventing an answer.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8912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709159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459028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Parallel, isolated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One branch + worktree + container per task; concurrent tasks can't corrupt each other.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8912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4709159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459028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Resumable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 parked or failed agent resumes later with full context — new container, same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WHY BUILD IT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Raw agents have four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39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grade their own homework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Agents emit "I'm done" over a red test suite. A self-reported success is not a signal you can build 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82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guess when unsure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Faced with an ambiguous spec, a model picks something plausible and moves on — the wrong default, silently.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160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325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step on each other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Run several at once on one tree and they corrupt each other's state; so you serialize, and lose the parallelism.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03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03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68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lose context on restart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A crash or a stall means starting over — re-deriving everything the previous attempt already figured out.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THE CORE OF THE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2344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Four decisions that make an agent dependable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468880"/>
            <a:ext cx="109728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4D399"/>
                </a:solidFill>
                <a:latin typeface="Arial"/>
              </a:rPr>
              <a:t>The orchestrator owns "done"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560320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After every "I'm done," the loop runs your gates inside the sandbox and reads the exit code. Only zero returns green — the agent's own claim decides nothing.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56432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456432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584448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9E0B"/>
                </a:solidFill>
                <a:latin typeface="Arial"/>
              </a:rPr>
              <a:t>Park, don't guess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547872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On BLOCKED, an exhausted turn budget, or an idle stall: the question + session id are written to disk, the container is torn down, and its slot returns to the pool.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43984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443984"/>
            <a:ext cx="109728" cy="9144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8BDF8"/>
                </a:solidFill>
                <a:latin typeface="Arial"/>
              </a:rPr>
              <a:t>Parallel by default, isolated by construction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4535424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One branch, worktree and container per task. A bounded pool keeps N slots full; a park frees its slot immediately, so one stuck task can't starve the other nine.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31536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431536"/>
            <a:ext cx="109728" cy="91440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59552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084FC"/>
                </a:solidFill>
                <a:latin typeface="Arial"/>
              </a:rPr>
              <a:t>Resume with context, not restart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5522976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A red gate resumes the *same* session with the failure output attached. Answer a parked task days later — fresh process, full context restored from host-side JSONL.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651760" cy="3291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23774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reads your config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spawns the pool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runs the gates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decides green / park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merges greens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1">
                <a:solidFill>
                  <a:srgbClr val="F59E0B"/>
                </a:solidFill>
                <a:latin typeface="Consolas"/>
              </a:rPr>
              <a:t>~950 LOC 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965960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2075688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BDF8"/>
                </a:solidFill>
                <a:latin typeface="Arial"/>
              </a:rPr>
              <a:t>Sandbox 1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agent/task-436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099815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209544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2E8F0"/>
                </a:solidFill>
                <a:latin typeface="Arial"/>
              </a:rPr>
              <a:t>Sandbox 2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agent/task-611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233672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434340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2E8F0"/>
                </a:solidFill>
                <a:latin typeface="Arial"/>
              </a:rPr>
              <a:t>Sandbox 3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agent/task-623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074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4A3B8"/>
                </a:solidFill>
                <a:latin typeface="Consolas"/>
              </a:rPr>
              <a:t>bounded pool — QUEUE_SLOTS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291840" y="2450592"/>
            <a:ext cx="685799" cy="978408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3429000"/>
            <a:ext cx="685799" cy="155448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91840" y="3429000"/>
            <a:ext cx="685799" cy="1289304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55279" y="196596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103120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GATE</a:t>
            </a:r>
            <a:r>
              <a:rPr sz="1100" b="0" i="0">
                <a:solidFill>
                  <a:srgbClr val="34D399"/>
                </a:solidFill>
                <a:latin typeface="Arial"/>
              </a:rPr>
              <a:t>  exit 0 → green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runs YOUR test command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87171"/>
                </a:solidFill>
                <a:latin typeface="Arial"/>
              </a:rPr>
              <a:t>red → resume same session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6393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PARK → TELEGRAM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question + session to disk; you reply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5720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6817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BDF8"/>
                </a:solidFill>
                <a:latin typeface="Arial"/>
              </a:rPr>
              <a:t>COMMIT on agent/&lt;task&gt;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merging stays yours (or campaign)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269480" y="2651760"/>
            <a:ext cx="685799" cy="27432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69480" y="2926080"/>
            <a:ext cx="685799" cy="100584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69480" y="2926080"/>
            <a:ext cx="685799" cy="201168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0080" y="5577840"/>
            <a:ext cx="10744200" cy="658368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5099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9E0B"/>
                </a:solidFill>
                <a:latin typeface="Arial"/>
              </a:rPr>
              <a:t>Human-in-the-loop is asynchronous: </a:t>
            </a:r>
            <a:r>
              <a:rPr sz="1250" b="0" i="0">
                <a:solidFill>
                  <a:srgbClr val="E2E8F0"/>
                </a:solidFill>
                <a:latin typeface="Arial"/>
              </a:rPr>
              <a:t>a park sends you a message, frees the slot, and waits — reply from your phone hours or days later and that exact agent resumes.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HEARTBEAT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The gate → resume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822960" cy="74980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6596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Agent works test-first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Driven by Matt Pocock's tdd skill: red before green, one vertical slice at a time. Commits as it goes.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7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79"/>
            <a:ext cx="822960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9747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8892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Emits COMPLETE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signal contract — a &lt;promise&gt;COMPLETE&lt;/promise&gt; — not a free-text "I think I'm done."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2043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20439"/>
            <a:ext cx="822960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2043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611879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Orchestrator runs the gates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Inside the sandbox, the real test command. Reads the exit code, ignores the agent's opinion.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343400"/>
            <a:ext cx="822960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43484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Green → commit lands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Exit 0. The branch is left for you to merge (or hands off to campaign).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66360"/>
            <a:ext cx="822960" cy="7498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6636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4b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5780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Red → resume, don't restart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resumeSession re-enters the SAME agent with the failure output attached. It fixes the actual failure, keeping its context.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59E0B"/>
                </a:solidFill>
                <a:latin typeface="Arial"/>
              </a:rPr>
              <a:t>The insight: a failing test is not a dead end — it's the next prompt. Context is preserved, so the agent converges instead of thrashing.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AGENT'S CRAFT IS BORROWED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gh / mattpocock / skills, baked into the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The container mirrors the </a:t>
            </a:r>
            <a:r>
              <a:rPr sz="1500" b="1" i="0">
                <a:solidFill>
                  <a:srgbClr val="F59E0B"/>
                </a:solidFill>
                <a:latin typeface="Consolas"/>
              </a:rPr>
              <a:t>mattpocock-skills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plugin (pinned to </a:t>
            </a:r>
            <a:r>
              <a:rPr sz="1400" b="0" i="0">
                <a:solidFill>
                  <a:srgbClr val="F59E0B"/>
                </a:solidFill>
                <a:latin typeface="Consolas"/>
              </a:rPr>
              <a:t>SKILLS_REF</a:t>
            </a:r>
            <a:r>
              <a:rPr sz="1500" b="0" i="0">
                <a:solidFill>
                  <a:srgbClr val="E2E8F0"/>
                </a:solidFill>
                <a:latin typeface="Arial"/>
              </a:rPr>
              <a:t>) at personal scope — </a:t>
            </a:r>
            <a:r>
              <a:rPr sz="1350" b="0" i="0">
                <a:solidFill>
                  <a:srgbClr val="94A3B8"/>
                </a:solidFill>
                <a:latin typeface="Consolas"/>
              </a:rPr>
              <a:t>/home/agent/.claude/skills/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The plain </a:t>
            </a:r>
            <a:r>
              <a:rPr sz="1400" b="0" i="0">
                <a:solidFill>
                  <a:srgbClr val="38BDF8"/>
                </a:solidFill>
                <a:latin typeface="Consolas"/>
              </a:rPr>
              <a:t>claude --print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CLI auto-discovers them: no flag, no plugin machinery, zero per-run cost, and off every agent branch.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063240"/>
            <a:ext cx="3502152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9E0B"/>
                </a:solidFill>
                <a:latin typeface="Consolas"/>
              </a:rPr>
              <a:t>tdd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DRIVES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Red before green, one vertical slice at a time, testing at seams, the anti-patterns. This skill governs HOW every agent works test-first.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3063240"/>
            <a:ext cx="3502152" cy="11887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8BDF8"/>
                </a:solidFill>
                <a:latin typeface="Consolas"/>
              </a:rPr>
              <a:t>codebase-design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WHEN THE SEAM IS IN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Reached for when the interface shape itself is unclear — before committing to a contract under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063240"/>
            <a:ext cx="3502152" cy="11887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4D399"/>
                </a:solidFill>
                <a:latin typeface="Consolas"/>
              </a:rPr>
              <a:t>code-review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THE DEFERRED REFACTOR STAGE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The loop defers cleanup to this skill's rules once the test is green.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The load-bearing clause: </a:t>
            </a:r>
            <a:r>
              <a:rPr sz="1300" b="0" i="0">
                <a:solidFill>
                  <a:srgbClr val="E2E8F0"/>
                </a:solidFill>
                <a:latin typeface="Arial"/>
              </a:rPr>
              <a:t>skills govern </a:t>
            </a:r>
            <a:r>
              <a:rPr sz="1300" b="1" i="1">
                <a:solidFill>
                  <a:srgbClr val="F8FAFC"/>
                </a:solidFill>
                <a:latin typeface="Arial"/>
              </a:rPr>
              <a:t>how</a:t>
            </a:r>
            <a:r>
              <a:rPr sz="1300" b="0" i="0">
                <a:solidFill>
                  <a:srgbClr val="E2E8F0"/>
                </a:solidFill>
                <a:latin typeface="Arial"/>
              </a:rPr>
              <a:t> you work; the orchestrator's contract governs </a:t>
            </a:r>
            <a:r>
              <a:rPr sz="1300" b="1" i="1">
                <a:solidFill>
                  <a:srgbClr val="F8FAFC"/>
                </a:solidFill>
                <a:latin typeface="Arial"/>
              </a:rPr>
              <a:t>whether you're done</a:t>
            </a:r>
            <a:r>
              <a:rPr sz="1300" b="0" i="0">
                <a:solidFill>
                  <a:srgbClr val="E2E8F0"/>
                </a:solidFill>
                <a:latin typeface="Arial"/>
              </a:rPr>
              <a:t>. A skill's own "done" or internal loop never ends a turn — only the gate does.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ANSWER FROM YOUR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Blocking is a feature, not a failure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943600" cy="4206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WHEN AN AGENT PARKS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3200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743200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The question is written to disk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.sandcastle/parked/&lt;task&gt;.json — question, session id, branch, message 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547872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547872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The container is torn down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Parking is terminal for the slot, never a held container. One stuck task can't starve the pool.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352544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352544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You get a Telegram message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Its summary, detail, and the options the agent laid 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57216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157216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You reply → it resumes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The dispatcher routes your reply to that exact task — fresh container, full context, days later if you like.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920240"/>
            <a:ext cx="4572000" cy="4206240"/>
          </a:xfrm>
          <a:prstGeom prst="roundRect">
            <a:avLst>
              <a:gd name="adj" fmla="val 4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0" y="233172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39572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59E0B"/>
                </a:solidFill>
                <a:latin typeface="Arial"/>
              </a:rPr>
              <a:t>🤖 sandcastle bot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Task 436 needs a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15468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218688"/>
            <a:ext cx="32918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2E8F0"/>
                </a:solidFill>
                <a:latin typeface="Arial"/>
              </a:rPr>
              <a:t>Cache key: per-user or global?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 — per-user, safer, slower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B — global, faster, riskier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26280"/>
            <a:ext cx="3017520" cy="640080"/>
          </a:xfrm>
          <a:prstGeom prst="roundRect">
            <a:avLst>
              <a:gd name="adj" fmla="val 1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4590288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8BDF8"/>
                </a:solidFill>
                <a:latin typeface="Arial"/>
              </a:rPr>
              <a:t>↳ "Use approach B, note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8BDF8"/>
                </a:solidFill>
                <a:latin typeface="Arial"/>
              </a:rPr>
              <a:t>   why in the commit"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532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4A3B8"/>
                </a:solidFill>
                <a:latin typeface="Arial"/>
              </a:rPr>
              <a:t>reply to the message — that's the whole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8064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one poller, run as a systemd user service (survives reboot)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BEYOND ONE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Campaign mode: merge the whole backlog safely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Hand the </a:t>
            </a:r>
            <a:r>
              <a:rPr sz="1500" b="1" i="0">
                <a:solidFill>
                  <a:srgbClr val="F59E0B"/>
                </a:solidFill>
                <a:latin typeface="Arial"/>
              </a:rPr>
              <a:t>merge → test → next-batch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chain to one command. Each quoted arg is a batch of disjoint tasks.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95728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4D399"/>
                </a:solidFill>
                <a:latin typeface="Consolas"/>
              </a:rPr>
              <a:t>npx sandcastle-tdd campaign "436 611 623"  "640 655"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3375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1.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Drain the batch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Run every task in the batch to green-or-parked.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2004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32004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375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2.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Merge only its greens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--no-ff into the base. Parked tasks are never merged or cleaned.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7091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3.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Gate the MERGED 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each-green-but-together-red case a per-task gate can't catch.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5720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4572000"/>
            <a:ext cx="109728" cy="12344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7091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7171"/>
                </a:solidFill>
                <a:latin typeface="Arial"/>
              </a:rPr>
              <a:t>4.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Advance — or halt &amp; roll back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Success: prune branches, start next batch on the advanced base. Conflict or red: halt, restore the base, keep every branch, ping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8BDF8"/>
                </a:solidFill>
                <a:latin typeface="Arial"/>
              </a:rPr>
              <a:t>THE META-STORY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1887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This whole thing is the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59E0B"/>
                </a:solidFill>
                <a:latin typeface="Arial"/>
              </a:rPr>
              <a:t>~950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lines of 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8BDF8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days, Aug 16–17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4D399"/>
                </a:solidFill>
                <a:latin typeface="Arial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commits, start to useful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084FC"/>
                </a:solidFill>
                <a:latin typeface="Arial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source files, no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8FAFC"/>
                </a:solidFill>
                <a:latin typeface="Arial"/>
              </a:rPr>
              <a:t>It's a thin orchestration layer, not a platform.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2E8F0"/>
                </a:solidFill>
                <a:latin typeface="Arial"/>
              </a:rPr>
              <a:t>The hard parts — the sandbox, the agent, the skills, git — already exist. The work was </a:t>
            </a:r>
            <a:r>
              <a:rPr sz="1450" b="1" i="0">
                <a:solidFill>
                  <a:srgbClr val="F59E0B"/>
                </a:solidFill>
                <a:latin typeface="Arial"/>
              </a:rPr>
              <a:t>wiring them together with the right guarantees</a:t>
            </a:r>
            <a:r>
              <a:rPr sz="1450" b="0" i="0">
                <a:solidFill>
                  <a:srgbClr val="E2E8F0"/>
                </a:solidFill>
                <a:latin typeface="Arial"/>
              </a:rPr>
              <a:t>: who owns "done," what happens on ambiguity, how state stays isolated. That's a weekend now, and the result is a tool sharp enough to run a real backlog.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DOES IT ACTUALLY MOVE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3 days on a real Go + Rust monorepo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2E8F0"/>
                </a:solidFill>
                <a:latin typeface="Arial"/>
              </a:rPr>
              <a:t>Every </a:t>
            </a:r>
            <a:r>
              <a:rPr sz="1350" b="0" i="0">
                <a:solidFill>
                  <a:srgbClr val="F59E0B"/>
                </a:solidFill>
                <a:latin typeface="Consolas"/>
              </a:rPr>
              <a:t>agent/&lt;task&gt;</a:t>
            </a:r>
            <a:r>
              <a:rPr sz="1450" b="0" i="0">
                <a:solidFill>
                  <a:srgbClr val="E2E8F0"/>
                </a:solidFill>
                <a:latin typeface="Arial"/>
              </a:rPr>
              <a:t> merge on jjforge's </a:t>
            </a:r>
            <a:r>
              <a:rPr sz="1350" b="0" i="0">
                <a:solidFill>
                  <a:srgbClr val="38BDF8"/>
                </a:solidFill>
                <a:latin typeface="Consolas"/>
              </a:rPr>
              <a:t>develop</a:t>
            </a:r>
            <a:r>
              <a:rPr sz="1450" b="0" i="0">
                <a:solidFill>
                  <a:srgbClr val="E2E8F0"/>
                </a:solidFill>
                <a:latin typeface="Arial"/>
              </a:rPr>
              <a:t> landed in one 3-day burst — </a:t>
            </a:r>
            <a:r>
              <a:rPr sz="1450" b="1" i="0">
                <a:solidFill>
                  <a:srgbClr val="F8FAFC"/>
                </a:solidFill>
                <a:latin typeface="Arial"/>
              </a:rPr>
              <a:t>that starts the day sandcastle-tdd's first commit was written.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514600"/>
            <a:ext cx="260604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9E0B"/>
                </a:solidFill>
                <a:latin typeface="Arial"/>
              </a:rPr>
              <a:t>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tasks merged Aug 16–18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1" y="251460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1" y="2514600"/>
            <a:ext cx="2606040" cy="1097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1" y="272491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8BDF8"/>
                </a:solidFill>
                <a:latin typeface="Arial"/>
              </a:rPr>
              <a:t>184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1" y="361188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commits authored by the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251460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2514600"/>
            <a:ext cx="26060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272491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4D399"/>
                </a:solidFill>
                <a:latin typeface="Arial"/>
              </a:rP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361188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tasks merged in the peak day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251460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2514600"/>
            <a:ext cx="2606040" cy="109728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272491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084FC"/>
                </a:solidFill>
                <a:latin typeface="Arial"/>
              </a:rPr>
              <a:t>day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61188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shipping the day the tool was born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262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526280"/>
            <a:ext cx="109728" cy="14630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68172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87171"/>
                </a:solidFill>
                <a:latin typeface="Arial"/>
              </a:rPr>
              <a:t>BEFORE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2E8F0"/>
                </a:solidFill>
                <a:latin typeface="Arial"/>
              </a:rPr>
              <a:t>One task at a time, by hand. Each agent run babysat: is it really green? did it just guess?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5262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526280"/>
            <a:ext cx="109728" cy="14630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68172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AFTER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2E8F0"/>
                </a:solidFill>
                <a:latin typeface="Arial"/>
              </a:rPr>
              <a:t>A backlog drained in parallel — ~23 tasks/day merged, gated on real tests, questions routed to your phone.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4A3B8"/>
                </a:solidFill>
                <a:latin typeface="Arial"/>
              </a:rPr>
              <a:t>(counts from git history on jjforge's develop; the tool was extracted from this exact project.)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HOW THE TOOL STAYS SHARP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Iteration tricks worth stealing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167127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3911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Cheapest failure first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baseline runs the toolchain probe + every gate with no agent. A failing baseline costs nothing; a passing one means any later red is the agent's doing.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28232" y="2167127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3911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Contract checks in ~1s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check-contract probes the upstream library's runtime behaviour (no Docker) — catches a renamed export that tsc alone would miss.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" y="363016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50215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Warm caches, measured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Shared package caches took a cold gate from 2571s → 330s. Share caches; never share build outputs.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8232" y="363016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50215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Config as typed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defineConfig is a typed .mts file — a renamed field fails tsc, not a run. Everything project-specific lives in one place.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" y="509320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96519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Skills baked into the image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The agent container mirrors a pinned skills plugin at build time — every task's agent gets them, zero per-run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28232" y="509320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96519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Rules paid for in failed runs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Each hard-won lesson is written down as a load-bearing operating rule, so it's never re-learned the expensive 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LESSONS ENCODED, NOT REPEATED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Operating rules paid for in failed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F59E0B"/>
                </a:solidFill>
                <a:latin typeface="Arial"/>
              </a:rPr>
              <a:t>"Each of these was paid for in a failed run. They are not style preferences."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9152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Never two runs of one task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Git refuses one branch in two worktrees — even your manual review worktree blocks that task's resume.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81528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54680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Share package caches; never build outputs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Caches are the single biggest win; a shared build dir converts parallelism back into lock contention.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77056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950208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Host-only env in hostEnv, not .env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.env reaches the container. GIT_CONFIG_GLOBAL is the classic trap that breaks a project's git tests inside the box.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72584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72584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745736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Your gates set the concurrency ceiling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A full suite per turn is CPU-bound; 2–3 slots is realistic on one workstation, and agents share your rate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68112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68112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541264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Batch disjoint files, no dependencies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Crossover shows up as a visible merge conflict; a hidden dependency merges clean and green against the old contract.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DON'T BUILD WHAT YOU CAN BORROW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What the ~950 lines actually leverage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@ai-hero/sandcastle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963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Docker sandboxes + session capture. The primitive that makes park→resume survive a fresh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Claude Code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963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plain claude --print CLI is the agent. No SDK, no custom runtime — runs on your subscription token.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mattpocock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935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tdd, codebase-design, code-review — auto-discovered in the container. The agent's craft, borrowed wholesale.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git worktrees + 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95935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isolation primitive. One branch per task, and git itself refuses the double-run that would corrupt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Telegram bot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entire human-in-the-loop UI. Reply to a message; no dashboard to build or host.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9834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2239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Concurrency without collision. Containers turn a shared workstation into N isolated ones.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8FAFC"/>
                </a:solidFill>
                <a:latin typeface="Arial"/>
              </a:rPr>
              <a:t>The skill isn't writing every layer — it's knowing which layers already exist and composing them with the right contract.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STEAL THESE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1430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8FAFC"/>
                </a:solidFill>
                <a:latin typeface="Arial"/>
              </a:rPr>
              <a:t>Patterns to take back to your own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951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Never let an agent grade itself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Own "done" outside the model — a real signal (exit code, checksum, human), never its self-report.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488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109728" cy="1234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951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Make ambiguity park, not guess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Design an explicit "I need a human" path. A blocked agent that asks beats a confident one that's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520440"/>
            <a:ext cx="109728" cy="1234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6667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Isolate, then parallelize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Give each unit its own sandbox and branch. Parallelism is safe only when work can't collide.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5204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520440"/>
            <a:ext cx="109728" cy="123444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6667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Resume beats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Persist enough state that failure is the next prompt, not a reset. Context is the expensive part.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920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9728" cy="12344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383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Borrow the hard parts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Sandbox, agent, skills, transport — compose what exists. Your value is the contract between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8920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89204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0383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Encode every lesson once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Turn each failed run into a written rule. Sharpen the tool so you never pay that cost twice.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95360" y="0"/>
            <a:ext cx="3611880" cy="6858000"/>
          </a:xfrm>
          <a:prstGeom prst="rect">
            <a:avLst/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89720" y="4114800"/>
            <a:ext cx="566928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21240" y="3291840"/>
            <a:ext cx="566928" cy="210312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52760" y="3794760"/>
            <a:ext cx="566928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2743200"/>
            <a:ext cx="566928" cy="265176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52560" y="5358384"/>
            <a:ext cx="2926080" cy="73152"/>
          </a:xfrm>
          <a:prstGeom prst="rect">
            <a:avLst/>
          </a:prstGeom>
          <a:solidFill>
            <a:srgbClr val="644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THANKS — LET'S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8FAFC"/>
                </a:solidFill>
                <a:latin typeface="Arial"/>
              </a:rPr>
              <a:t>Build the tool you
wish existed.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The bottleneck isn't building anymore — it's knowing what you want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and giving the AI the guardrails to be dependable.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5212080"/>
            <a:ext cx="12801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44068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onsolas"/>
              </a:rPr>
              <a:t>github: jjforge/sandcastle-tdd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Built on @ai-hero/sandcastle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